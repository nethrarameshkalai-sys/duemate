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1E40-1268-342B-B80A-3F84238E0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8A2DC-77B1-9E22-62C5-4BE1D094C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8352-897E-B630-2A1C-6C560E3F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DD6D4-264B-72BE-4E16-BFFFB1E3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793A-F991-2F98-7A6E-A3029E1E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3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7709-4600-B4CA-3C02-3BEDF1C2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5A20-BEF2-FC07-A158-15F2142A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F485-8131-580C-474B-1D4859CC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39439-A6A6-046A-5C7F-0AEFAA33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5866-6768-F7DC-6ACB-94C9AEC3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1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F565-887E-9611-2CA4-EBD416B9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393B-DA15-76A8-FA84-ED01DF72F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0288-6739-F8BD-490F-10EA0B80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0D9E-B3DB-BD7D-BD91-C27E42E8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53C31-12CC-E329-F8F3-B1C7A2A4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44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7393-7DC2-0C2F-34E0-CF5D407B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A45A5-C033-0B69-689C-A8834B0D4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3ACF0-C3DE-4592-0144-0B5296E9E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774CA-8184-85BE-8F34-C71C2FD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3CB17-69A3-1F9E-C152-F6A879A1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B095-7678-6F9B-BD95-FC23EAEB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82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92B8-9321-967B-271B-9B68466F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BAE6A-53E2-D79D-8593-4A1277AF2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9A147-68BE-9B15-EED4-107E12277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63DDE-E4A2-09E1-D814-9B9AB4522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E4244-3C57-C246-E619-3F72956FA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EEE73-D6CF-388D-1B4A-95D6266B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39C79-B77A-09D2-781A-75E3ECD3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D21CD-C9DF-932A-8A9C-ACBE27E2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5003-1655-7B73-B7E2-E415007B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BF1A8-4A69-1E6A-E33B-0537F830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15AC3-7573-6236-4540-3A790D4F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D92B6-5F05-4160-4292-C2A8F966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377CF-74A4-96C9-652D-275ABA49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C41FB-F59C-0FB4-4CC8-1A5CD3F4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CE067-CCC9-4757-704C-2A66B9DD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9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C813-3138-4343-173A-D8824627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1B22-81D7-C300-494C-383357A8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42515-8068-28F6-2BCC-C966F57A0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D2FD8-7A41-EB20-B5CE-7AD43B9A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7EF87-DDC4-278F-D988-8FED42D4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30B7B-94C1-078B-0BFD-2F48482C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5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898A-F89D-D4D5-F3C7-D4305761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29E2B-6D7E-7425-C52E-C657F5010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B266A-D2F8-B8E7-F736-440CA950A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F6B0D-3EF9-C886-2C50-1F3448E4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CD38E-80E6-B3A8-5F6B-6D3F3D74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DC4AE-A935-741E-8A66-7E76806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8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21A9-FE09-8FA0-71EB-9C6B8634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72D84-091E-057A-47DD-D2DA0FA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6B7D-5E8A-932C-8FC3-3BDB1920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04D69-FBE4-733C-76B8-EB34BAB8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CE1DA-1C1C-DB40-912A-8BA47036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15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4C747-0E08-D26F-4FCD-1319AD5BF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E23E3-3FD6-AEA9-A653-944332762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D230-C70C-44FD-583F-15D45763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11BC-1072-F61B-37C0-879A223F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61260-6332-E0F1-D056-1CCB2E1C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6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C50D3-3181-E4AA-8A6D-8762F1A3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F1C61-DBC7-7CC3-79A0-DA583A09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04C0-BB52-7D6C-D299-6EE54837B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4BA4-8498-4C65-5752-1E36D7139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DFF6-DDEC-142D-F929-CFB49C26D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2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29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85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29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8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95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14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43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17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 bala v pandi</dc:creator>
  <cp:lastModifiedBy>new bala v pandi</cp:lastModifiedBy>
  <cp:revision>1</cp:revision>
  <dcterms:created xsi:type="dcterms:W3CDTF">2026-08-31T02:18:01Z</dcterms:created>
  <dcterms:modified xsi:type="dcterms:W3CDTF">2026-08-31T02:20:33Z</dcterms:modified>
</cp:coreProperties>
</file>