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>
        <p:scale>
          <a:sx n="96" d="100"/>
          <a:sy n="96" d="100"/>
        </p:scale>
        <p:origin x="130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101E40-1268-342B-B80A-3F84238E0D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9D8A2DC-77B1-9E22-62C5-4BE1D094C99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FB8352-897E-B630-2A1C-6C560E3FF3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042843-5C12-48B6-AFC2-A47209B0A927}" type="datetimeFigureOut">
              <a:rPr lang="en-IN" smtClean="0"/>
              <a:t>31-08-2026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8DD6D4-264B-72BE-4E16-BFFFB1E322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38793A-F991-2F98-7A6E-A3029E1EDF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6BDC9B-D3D8-4FB8-80AF-0FEAA258747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666305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547709-4600-B4CA-3C02-3BEDF1C2AD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D05A20-BEF2-FC07-A158-15F2142ADE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CDF485-8131-580C-474B-1D4859CCBC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042843-5C12-48B6-AFC2-A47209B0A927}" type="datetimeFigureOut">
              <a:rPr lang="en-IN" smtClean="0"/>
              <a:t>31-08-2026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239439-A6A6-046A-5C7F-0AEFAA3319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405866-6768-F7DC-6ACB-94C9AEC32A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6BDC9B-D3D8-4FB8-80AF-0FEAA258747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151163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80F565-887E-9611-2CA4-EBD416B9A2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E7B393B-DA15-76A8-FA84-ED01DF72FC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710288-6739-F8BD-490F-10EA0B804F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042843-5C12-48B6-AFC2-A47209B0A927}" type="datetimeFigureOut">
              <a:rPr lang="en-IN" smtClean="0"/>
              <a:t>31-08-2026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250D9E-B3DB-BD7D-BD91-C27E42E8CA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153C31-12CC-E329-F8F3-B1C7A2A434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6BDC9B-D3D8-4FB8-80AF-0FEAA258747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514474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8D7393-7DC2-0C2F-34E0-CF5D407B21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DA45A5-C033-0B69-689C-A8834B0D4D4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613ACF0-C3DE-4592-0144-0B5296E9EE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AC774CA-8184-85BE-8F34-C71C2FD9DD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042843-5C12-48B6-AFC2-A47209B0A927}" type="datetimeFigureOut">
              <a:rPr lang="en-IN" smtClean="0"/>
              <a:t>31-08-2026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F73CB17-69A3-1F9E-C152-F6A879A184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388B095-7678-6F9B-BD95-FC23EAEB57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6BDC9B-D3D8-4FB8-80AF-0FEAA258747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208248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1792B8-9321-967B-271B-9B68466F6B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73BAE6A-53E2-D79D-8593-4A1277AF25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AE9A147-68BE-9B15-EED4-107E1227730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C563DDE-E4A2-09E1-D814-9B9AB452276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C5E4244-3C57-C246-E619-3F72956FA27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EBEEE73-D6CF-388D-1B4A-95D6266B07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042843-5C12-48B6-AFC2-A47209B0A927}" type="datetimeFigureOut">
              <a:rPr lang="en-IN" smtClean="0"/>
              <a:t>31-08-2026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B339C79-B77A-09D2-781A-75E3ECD370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23D21CD-C9DF-932A-8A9C-ACBE27E250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6BDC9B-D3D8-4FB8-80AF-0FEAA258747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62365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CD5003-1655-7B73-B7E2-E415007B6B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2FBF1A8-4A69-1E6A-E33B-0537F8302D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042843-5C12-48B6-AFC2-A47209B0A927}" type="datetimeFigureOut">
              <a:rPr lang="en-IN" smtClean="0"/>
              <a:t>31-08-2026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1615AC3-7573-6236-4540-3A790D4F68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01D92B6-5F05-4160-4292-C2A8F966C4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6BDC9B-D3D8-4FB8-80AF-0FEAA258747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077873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15377CF-74A4-96C9-652D-275ABA49A9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042843-5C12-48B6-AFC2-A47209B0A927}" type="datetimeFigureOut">
              <a:rPr lang="en-IN" smtClean="0"/>
              <a:t>31-08-2026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2BC41FB-F59C-0FB4-4CC8-1A5CD3F4F6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5CE067-CCC9-4757-704C-2A66B9DD32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6BDC9B-D3D8-4FB8-80AF-0FEAA258747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465999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10C813-3138-4343-173A-D8824627FC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C11B22-81D7-C300-494C-383357A868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E942515-8068-28F6-2BCC-C966F57A0A1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3AD2FD8-7A41-EB20-B5CE-7AD43B9A4C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042843-5C12-48B6-AFC2-A47209B0A927}" type="datetimeFigureOut">
              <a:rPr lang="en-IN" smtClean="0"/>
              <a:t>31-08-2026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867EF87-DDC4-278F-D988-8FED42D4A0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C730B7B-94C1-078B-0BFD-2F48482C32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6BDC9B-D3D8-4FB8-80AF-0FEAA258747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549509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B8898A-F89D-D4D5-F3C7-D430576113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AD29E2B-6D7E-7425-C52E-C657F501073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0B266A-D2F8-B8E7-F736-440CA950A60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9F6B0D-3EF9-C886-2C50-1F3448E4E8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042843-5C12-48B6-AFC2-A47209B0A927}" type="datetimeFigureOut">
              <a:rPr lang="en-IN" smtClean="0"/>
              <a:t>31-08-2026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16CD38E-80E6-B3A8-5F6B-6D3F3D7474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30DC4AE-A935-741E-8A66-7E768069C7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6BDC9B-D3D8-4FB8-80AF-0FEAA258747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038891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B221A9-FE09-8FA0-71EB-9C6B863491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5F72D84-091E-057A-47DD-D2DA0FACB75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516B7D-5E8A-932C-8FC3-3BDB192008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042843-5C12-48B6-AFC2-A47209B0A927}" type="datetimeFigureOut">
              <a:rPr lang="en-IN" smtClean="0"/>
              <a:t>31-08-2026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604D69-FBE4-733C-76B8-EB34BAB800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4CE1DA-1C1C-DB40-912A-8BA470366B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6BDC9B-D3D8-4FB8-80AF-0FEAA258747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391578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CC4C747-0E08-D26F-4FCD-1319AD5BF60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FCE23E3-3FD6-AEA9-A653-94433276277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74D230-C70C-44FD-583F-15D4576358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042843-5C12-48B6-AFC2-A47209B0A927}" type="datetimeFigureOut">
              <a:rPr lang="en-IN" smtClean="0"/>
              <a:t>31-08-2026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F511BC-1072-F61B-37C0-879A223FC6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261260-6332-E0F1-D056-1CCB2E1C46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6BDC9B-D3D8-4FB8-80AF-0FEAA258747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895688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3FC50D3-3181-E4AA-8A6D-8762F1A351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9BF1C61-DBC7-7CC3-79A0-DA583A0943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CD04C0-BB52-7D6C-D299-6EE54837BF8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0042843-5C12-48B6-AFC2-A47209B0A927}" type="datetimeFigureOut">
              <a:rPr lang="en-IN" smtClean="0"/>
              <a:t>31-08-2026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564BA4-8498-4C65-5752-1E36D71399B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BFDFF6-DDEC-142D-F929-CFB49C26DBF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F6BDC9B-D3D8-4FB8-80AF-0FEAA258747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662291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05A554F6-2802-C0FA-3262-3E1D556444A4}"/>
              </a:ext>
            </a:extLst>
          </p:cNvPr>
          <p:cNvSpPr txBox="1"/>
          <p:nvPr/>
        </p:nvSpPr>
        <p:spPr>
          <a:xfrm>
            <a:off x="715618" y="1659285"/>
            <a:ext cx="10760766" cy="39703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200000"/>
              </a:lnSpc>
            </a:pPr>
            <a:r>
              <a:rPr lang="en-IN" sz="3600" dirty="0">
                <a:latin typeface="Arial" panose="020B0604020202020204" pitchFamily="34" charset="0"/>
                <a:cs typeface="Arial" panose="020B0604020202020204" pitchFamily="34" charset="0"/>
              </a:rPr>
              <a:t>AI BASED WOMEN SAFETY SYSTEM</a:t>
            </a:r>
          </a:p>
          <a:p>
            <a:pPr algn="ctr"/>
            <a:endParaRPr lang="en-IN" sz="3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IN" sz="3600" dirty="0">
                <a:latin typeface="Arial" panose="020B0604020202020204" pitchFamily="34" charset="0"/>
                <a:cs typeface="Arial" panose="020B0604020202020204" pitchFamily="34" charset="0"/>
              </a:rPr>
              <a:t>PRESENTED BY : P.SOBIKA</a:t>
            </a:r>
          </a:p>
          <a:p>
            <a:pPr algn="ctr"/>
            <a:endParaRPr lang="en-IN" sz="3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IN" sz="3600" dirty="0">
                <a:latin typeface="Arial" panose="020B0604020202020204" pitchFamily="34" charset="0"/>
                <a:cs typeface="Arial" panose="020B0604020202020204" pitchFamily="34" charset="0"/>
              </a:rPr>
              <a:t>DEPARTMENT OF INFORMATION TECHNOLOGY</a:t>
            </a:r>
          </a:p>
          <a:p>
            <a:pPr algn="ctr"/>
            <a:endParaRPr lang="en-IN" sz="3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682931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598580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522930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540837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999518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291450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094388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821790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</TotalTime>
  <Words>15</Words>
  <Application>Microsoft Office PowerPoint</Application>
  <PresentationFormat>Widescreen</PresentationFormat>
  <Paragraphs>5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new bala v pandi</dc:creator>
  <cp:lastModifiedBy>new bala v pandi</cp:lastModifiedBy>
  <cp:revision>2</cp:revision>
  <dcterms:created xsi:type="dcterms:W3CDTF">2026-08-31T02:18:01Z</dcterms:created>
  <dcterms:modified xsi:type="dcterms:W3CDTF">2026-08-31T02:58:02Z</dcterms:modified>
</cp:coreProperties>
</file>